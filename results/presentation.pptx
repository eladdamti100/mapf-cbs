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28600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Conflict-Based Search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7A1E"/>
                </a:solidFill>
              </a:rPr>
              <a:t>Optimal Multi-Agent Pathfinding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Sharon, Stern, Felner &amp; Sturtevant — AIJ 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Nimrod Netzer  •  Elad Damti  •  Kfir Dahan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8F7"/>
                </a:solidFill>
              </a:rPr>
              <a:t>Bar-Ilan University  |  Search in AI Course  | 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23620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6E8F7"/>
                </a:solidFill>
              </a:rPr>
              <a:t>Heuristic Search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Multi-Agent Path Finding?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Nimrod Netzer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k agents on a graph, each with a start and a goal 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Agents move one step per timestep, or wait in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Objective: minimize Sum of Costs (SOC) = total steps by all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Constraint: no two agents at the same vertex or edge at the same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Real-World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622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Amazon warehouse robots (Kiva systems)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10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Airport ground traffic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5595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Railway scheduling and video game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08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Formal 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Graph G=(V,E),  agents A={1..k},  starts s_i,  goals g_i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70957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Optimal MAPF is NP-hard in the general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is MAPF Hard? (Joint A* Fails)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Nimrod Netzer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Naive approach: search the joint state space of all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Joint state space size = |V|^k   (exponential in number of agents)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State Space Explosion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64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2 agents × 5 vertices  →  25 joint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136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10 agents × 5 vertices  →  9,765,624 joint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622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30 agents on a 20×20 grid  →  completely infeasible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10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Joint A*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44982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Runs out of memory before finding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99846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Even optimal A* cannot handle large instances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CBS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98601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Avoid the joint space entirely — plan each agent separately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753465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Only resolve conflicts when they actually occur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Conflict Types in MAPF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Nimrod Netzer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Vertex Conflict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677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Two agents occupy the same vertex at the same timestep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163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Edge Conflict (Swap)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552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Two agents traverse the same edge in opposite directions simultaneously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039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Following Conflict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4281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Agent i follows agent j along the same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914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Cycle Conflict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30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A group of agents forms a cycle of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7790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Swapping Conflict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Two agents exchange positions across consecutive timesteps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766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CBS detects the first conflict found and branches on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Conflict-Based Search — Two-Level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Elad Damti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High Level — Constraint Tree (CT)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677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Binary tree where each node holds a set of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16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Best-first search: always expand the node with lowest total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64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Branch when a conflict is found: add constraint to one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13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Low Level — Time-Space A* (TSA*)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525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Plan each agent individually, respecting its constraint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0118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State = (vertex v, timestep 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44982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Heuristic = Manhattan distance (admissible)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99846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3737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CBS avoids joint state space — agents plan independently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98601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Conflicts are resolved lazily: only when they appear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753465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Guaranteed to find the optimal solution (complete + optimal)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Low Level: Time-Space A* (TSA*)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Elad Damti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State = (vertex v, timestep t) — time is part of the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Successor states: move to adjacent vertex OR wait in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Constraint Checking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64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Vertex constraint: (agent i, vertex v, time t) → skip state (v,t)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136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Edge constraint: (agent i, edge v1→v2, time t) → skip transition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622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Admissible Heuristic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0118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Manhattan distance from v to goal (ignores constraints)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44982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Never overestimates → TSA* is optimal for each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99846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3737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Returns the shortest path for one agent that satisfies all its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98601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If no path exists → CT node is pruned (infeasible branch)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CBS Algorithm —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Elad Damti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Step 1: Plan each agent independently → root CT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Step 2: Find the first conflict among all agent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Step 3: If no conflict → DONE, return optimal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Step 4: Create 2 child CT nodes: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</a:rPr>
              <a:t>      → Left child: agent i is forbidden from vertex v at time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988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</a:rPr>
              <a:t>      → Right child: agent j is forbidden from vertex v at time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743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Step 5: Replan the constrained agent with TSA*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52297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Step 6: Add both children to the open list (by cost)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07161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Step 7: Pop cheapest CT node → go to 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2025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Optimality Guarantee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7059167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Best-first search + optimal low level → first complete solution is globally optimal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Our Implementation — Python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Elad Damti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Module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677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graph.py — 20×20 grid, 4-connected, obstacle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16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tsa_star.py — Time-Space A*, vertex + edge constraints  [Nimrod]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64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conflict.py — Vertex &amp; edge conflict detection  [Elad]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136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cbs.py — Constraint Tree, best-first search  [Elad]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622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benchmark.py / joint_astar.py — Joint-State-Space A* baseline, instance runner  [Kfir]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10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Implementation Choices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44982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First conflict found is resolved (not prioritized by type)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99846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Agents stay at goal after arrival (path extended with waits)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Time limit: 30s reproduction, 15s extension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709574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753465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Tested on hand-verified 3-agent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808329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All paths checked to be conflict-free before reporting success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Reproduction Results — Success Rate vs.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Kfir Dahan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succe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91640"/>
            <a:ext cx="94183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CBS vs. Joint-State-Space A* baseline | 25 instances per count | 20×20 open grid | CBS: 30s limit, Joint A*: 5s limit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Reproduction Results — Runtime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Kfir Dahan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91640"/>
            <a:ext cx="94183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CBS runtime grows with agents but remains tractable | Joint A* baseline fails completely (0% success) from 8 agents onward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Reproduction Results — Constraint Tree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Kfir Dahan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ct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91640"/>
            <a:ext cx="94183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CT nodes expanded grows exponentially with agent count — reflects increasing conflict resolution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Extension: Map Topology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Kfir Dahan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677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Does map structure affect CBS performance, and why?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163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Two Map Types Compared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552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Open grid: 20×20, 10% random obstacles (sparse, many paths)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039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Warehouse grid: structured shelf rows + narrow corridors (bottlenecks)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525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Experimental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91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5 agent counts: 4, 6, 8, 10, 12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400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25 instances per agent count per map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8887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15-second time limit per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3737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8762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Bottleneck maps force agents onto same paths → more conflicts → deeper CT trees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Extension Results — Open Grid vs. Warehouse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Kfir Dahan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topology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91640"/>
            <a:ext cx="94183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Warehouse maps show significantly lower success rate — confirming bottleneck hypothesis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Kfir Dahan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Finding 1: CBS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677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Finds optimal, conflict-free solutions — Joint A* fails completely (0%) from 8 agents onward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16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100% success rate at 4 agents; drops gracefully with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64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Finding 2: Map Topology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039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Warehouse maps (bottlenecks) are significantly harder for CBS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525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More conflicts → deeper CT trees → exponentially more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0118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Practical insight: CBS deployment depends on environment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44982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Finding 3: Python CBS is Efficient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8887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4-agent problems solved in under 1 millisecond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3737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12-agent warehouse problems solved within 15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98601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Limitation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7424927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Beyond 20 agents, CBS times out → motivates CBS improvements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7973567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Conflict prioritization + high-level heuristics extend scalability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Nimrod Netzer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CBS solves MAPF optimally by separating individual planning from conflict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Two-level structure avoids exponential joint state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Low level (TSA*) finds optimal single-agent paths under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High level (CT) resolves conflicts lazily — only when they occur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Our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622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Full Python implementation validated against hand-verified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10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Reproduced the main success rate trend from Sharon et al. 2015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5595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Extension: warehouse maps create 3.7× more CT expansions than open maps (20 agents)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08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5C94"/>
                </a:solidFill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Test CBS improvements (conflict prioritization, disjoint splitting)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70957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</a:rPr>
              <a:t>• Scale to larger maps using the Moving AI benchmark library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2011680"/>
          </a:xfrm>
          <a:prstGeom prst="rect">
            <a:avLst/>
          </a:prstGeom>
          <a:solidFill>
            <a:srgbClr val="24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6E8F7"/>
                </a:solidFill>
              </a:rPr>
              <a:t>Conflict-Based Search for Optimal Multi-Agent Pathfinding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7A1E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Nimrod Netzer  •  Elad Damti  •  Kfir Dahan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6E8F7"/>
                </a:solidFill>
              </a:rPr>
              <a:t>Sharon, Stern, Felner &amp; Sturtevant — Artificial Intelligence, 219, 40–66, 2015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754880"/>
            <a:ext cx="9445752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8F7"/>
                </a:solidFill>
              </a:rPr>
              <a:t>Bar-Ilan University  |  Search in AI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