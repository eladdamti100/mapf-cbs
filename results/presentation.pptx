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28600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Conflict-Based Search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E87A1E"/>
                </a:solidFill>
              </a:rPr>
              <a:t>Optimal Multi-Agent Pathfinding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FFFFF"/>
                </a:solidFill>
              </a:rPr>
              <a:t>Sharon, Stern, Felner &amp; Sturtevant — AIJ 2015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Nimrod Netzer  •  Elad Damti  •  Kfir Dahan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86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6E8F7"/>
                </a:solidFill>
              </a:rPr>
              <a:t>Bar-Ilan University  |  Search in AI Course  |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236208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6E8F7"/>
                </a:solidFill>
              </a:rPr>
              <a:t>Heuristic Search Course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Multi-Agent Path Finding?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k agents on a graph, each with a start and a goal 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Agents move one step per timestep, or wait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Objective: minimize Sum of Costs (SOC) = total steps by all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474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Constraint: no two agents at the same vertex or edge at the same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Real-World 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622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Amazon warehouse robots (Kiva systems)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109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Airport ground traffic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5595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Railway scheduling and video game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08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Formal Definition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Graph G=(V,E),  agents A={1..k},  starts s_i,  goals g_i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0957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Optimal MAPF is NP-hard in the general case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is MAPF Hard? (Joint A* Fails)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Naive approach: search the joint state space of all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Joint state space size = |V|^k   (exponential in number of agents)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State Space Explosion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649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2 agents × 5 vertices  →  25 joint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136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10 agents × 5 vertices  →  9,765,624 joint states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622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30 agents on a 20×20 grid  →  completely infeasible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109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Joint A* 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498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Runs out of memory before finding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99846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Even optimal A* cannot handle large instances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CBS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98601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Avoid the joint space entirely — plan each agent separately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75346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Only resolve conflicts when they actually occur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Conflict Types in MAPF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Vertex Conflict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677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occupy the same vertex at the same timestep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163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Edge Conflict (Swap)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552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traverse the same edge in opposite directions simultaneously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039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Following Conflict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4281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Agent i follows agent j along the same 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9145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Cycle Conflict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30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 group of agents forms a cycle of dependencies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779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Swapping Conflict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 agents exchange positions across consecutive timesteps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766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detects the first conflict found and branches on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Conflict-Based Search — Two-Level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High Level — Constraint Tree 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677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Binary tree where each node holds a set of constraints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16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Best-first search: always expand the node with lowest total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649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Branch when a conflict is found: add constraint to one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13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Low Level — Time-Space A* (TSA*)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525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Plan each agent individually, respecting its constraint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9011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State = (vertex v, timestep 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498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Heuristic = Manhattan distance (admissible)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99846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Key Insight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373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avoids joint state space — agents plan independently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98601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Conflicts are resolved lazily: only when they appear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75346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Guaranteed to find the optimal solution (complete + optimal)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Low Level: Time-Space A* (TSA*)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State = (vertex v, timestep t) — time is part of the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Successor states: move to adjacent vertex OR wait in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Constraint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649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Vertex constraint: (agent i, vertex v, time t) → skip state (v,t)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136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Edge constraint: (agent i, edge v1→v2, time t) → skip transition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Admissible Heuristic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9011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Manhattan distance from v to goal (ignores constraints)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498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Never overestimates → TSA* is optimal for each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99846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373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Returns the shortest path for one agent that satisfies all its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98601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If no path exists → CT node is pruned (infeasible branch)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CBS Algorithm —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1: Plan each agent independently → root CT 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2: Find the first conflict among all agent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3: If no conflict → DONE, return optimal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474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4: Create 2 child CT nodes: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2C2C"/>
                </a:solidFill>
              </a:rPr>
              <a:t>      → Left child: agent i is forbidden from vertex v at time 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988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C2C2C"/>
                </a:solidFill>
              </a:rPr>
              <a:t>      → Right child: agent j is forbidden from vertex v at time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9743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5: Replan the constrained agent with TSA*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5229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6: Add both children to the open list (by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7161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Step 7: Pop cheapest CT node → go to 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62025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Optimality Guarantee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05916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Best-first search + optimal low level → first complete solution is globally optimal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Our Implementation — Python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Elad Damti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Module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677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graph.py — 20×20 grid, 4-connected, obstacle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16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tsa_star.py — Time-Space A*, vertex + edge constraints  [Nimrod]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649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conflict.py — Vertex &amp; edge conflict detection  [Elad]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1363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cbs.py — Constraint Tree, best-first search  [Elad]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622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benchmark.py — Map generation, instance runner  [Kfir]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109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Implementation Choices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4982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First conflict found is resolved (not prioritized by type)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99846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Agents stay at goal after arrival (path extended with waits)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Time limit: 30s reproduction, 15s extension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09574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753465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Tested on hand-verified 3-agent examples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808329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All paths checked to be conflict-free before reporting success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Reproduction Results — Success Rate vs.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_success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CBS success rate drops as agents increase | 25 instances per count | 20×20 open grid | 30s time limit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Reproduction Results — Runtime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CBS runtime grows with agents but remains tractable at low counts | baseline shown for reference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Reproduction Results — Constraint Tree Growth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3_ct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CT nodes expanded grows exponentially with agent count — reflects increasing conflict resolution work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Extension: Map Topology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677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Does map structure affect CBS performance, and why?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163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Two Map Types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5526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Open grid: 20×20, 10% random obstacles (sparse, many paths)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039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Warehouse grid: structured shelf rows + narrow corridors (bottlenecks)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5254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Experimental 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9145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5 agent counts: 4, 6, 8, 10, 12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009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25 instances per agent count per map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887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15-second time limit per instance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3737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87628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Bottleneck maps force agents onto same paths → more conflicts → deeper CT trees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Extension Results — Open Grid vs. Warehouse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topology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94183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Warehouse maps show significantly lower success rate — confirming bottleneck hypothesis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Kfir Dahan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Finding 1: CBS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677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Finds optimal, conflict-free solutions — scales far better than joint A*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8163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100% success rate at 4 agents; drops gracefully with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649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Finding 2: Map Topology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039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Warehouse maps (bottlenecks) are significantly harder for CBS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525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More conflicts → deeper CT trees → exponentially more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90118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Practical insight: CBS deployment depends on environment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44982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Finding 3: Python CBS is Efficient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888736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4-agent problems solved in under 1 millisecond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37375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12-agent warehouse problems solved within 15 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986015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742492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Beyond 20 agents, CBS times out → motivates CBS improvements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7973567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Conflict prioritization + high-level heuristics extend scalability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1887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  Nimrod Netzer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508760"/>
            <a:ext cx="12188952" cy="5349240"/>
          </a:xfrm>
          <a:prstGeom prst="rect">
            <a:avLst/>
          </a:prstGeom>
          <a:solidFill>
            <a:srgbClr val="D6E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CBS solves MAPF optimally by separating individual planning from conflict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Two-level structure avoids exponential joint state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Low level (TSA*) finds optimal single-agent paths under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474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High level (CT) resolves conflicts lazily — only when they occur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622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Full Python implementation validated against hand-verified 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01091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Reproduced the main success rate trend from Sharon et al. 2015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5595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Extension: warehouse maps create 2–3× more CT expansions than open maps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081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5C94"/>
                </a:solidFill>
              </a:rPr>
              <a:t>Future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Test CBS improvements (conflict prioritization, disjoint splitting)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709574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2C2C"/>
                </a:solidFill>
              </a:rPr>
              <a:t>• Scale to larger maps using the Moving AI benchmark library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2011680"/>
          </a:xfrm>
          <a:prstGeom prst="rect">
            <a:avLst/>
          </a:prstGeom>
          <a:solidFill>
            <a:srgbClr val="245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6E8F7"/>
                </a:solidFill>
              </a:rPr>
              <a:t>Conflict-Based Search for Optimal Multi-Agent Pathfinding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87A1E"/>
                </a:solidFill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Nimrod Netzer  •  Elad Damti  •  Kfir Dahan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D6E8F7"/>
                </a:solidFill>
              </a:rPr>
              <a:t>Sharon, Stern, Felner &amp; Sturtevant — Artificial Intelligence, 219, 40–66, 2015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754880"/>
            <a:ext cx="9445752" cy="54864"/>
          </a:xfrm>
          <a:prstGeom prst="rect">
            <a:avLst/>
          </a:prstGeom>
          <a:solidFill>
            <a:srgbClr val="E87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6E8F7"/>
                </a:solidFill>
              </a:rPr>
              <a:t>Bar-Ilan University  |  Search in AI  |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