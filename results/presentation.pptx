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1914" y="7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228600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Conflict-Based Search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E87A1E"/>
                </a:solidFill>
              </a:rPr>
              <a:t>Optimal Multi-Agent Pathfinding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FFFFF"/>
                </a:solidFill>
              </a:rPr>
              <a:t>Sharon, Stern, Felner &amp; Sturtevant — AIJ 2015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Nimrod Netzer  •  Elad Damti  •  Kfir Dahan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862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6E8F7"/>
                </a:solidFill>
              </a:rPr>
              <a:t>Bar-Ilan University  |  Search in AI Course  |  June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D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0" y="6236208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D6E8F7"/>
                </a:solidFill>
              </a:rPr>
              <a:t>Heuristic Search Course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is Multi-Agent Path Finding?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Nimrod Netzer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k agents on a graph, each with a start and a goal location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4055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Agents move one step per timestep, or wait in 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4347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Objective: minimize Sum of Costs (SOC) = total steps by all 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8859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Constraint: no two agents at the same vertex or edge at the same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56797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Real-World Applications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948941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Amazon warehouse robots (Kiva systems)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35530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Airport ground traffic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822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Railway scheduling and video game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349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Formal Definition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82644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Graph G=(V,E),  agents A={1..k},  starts </a:t>
            </a:r>
            <a:r>
              <a:rPr sz="2000" b="0" i="0" dirty="0" err="1">
                <a:solidFill>
                  <a:srgbClr val="2C2C2C"/>
                </a:solidFill>
              </a:rPr>
              <a:t>s_i</a:t>
            </a:r>
            <a:r>
              <a:rPr sz="2000" b="0" i="0" dirty="0">
                <a:solidFill>
                  <a:srgbClr val="2C2C2C"/>
                </a:solidFill>
              </a:rPr>
              <a:t>,  goals </a:t>
            </a:r>
            <a:r>
              <a:rPr sz="2000" b="0" i="0" dirty="0" err="1">
                <a:solidFill>
                  <a:srgbClr val="2C2C2C"/>
                </a:solidFill>
              </a:rPr>
              <a:t>g_i</a:t>
            </a:r>
            <a:endParaRPr sz="2000" b="0" i="0" dirty="0">
              <a:solidFill>
                <a:srgbClr val="2C2C2C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65760" y="62778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Optimal MAPF is NP-hard in the general case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Why is MAPF Hard? (Joint A* Fails)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Nimrod Netzer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78460" y="1524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Naive approach: search the joint state space of all 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8460" y="20726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Joint state space size = |V|^k   (exponential in number of agents)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460" y="2621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State Space Explosion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8460" y="30601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2 agents × 5 vertices  →  25 joint states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360883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10 agents × 5 vertices  →  9,765,624 joint states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415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30 agents on a 20×20 grid  →  completely infeasible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460" y="452831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Joint A* limitations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460" y="48940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Runs out of memory before finding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8460" y="529615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Even optimal A* cannot handle large instances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460" y="576605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CBS Solution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460" y="616255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Avoid the joint space entirely — plan each agent separately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460" y="651027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Only resolve conflicts when they actually occur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Conflict Types in MAPF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Nimrod Netzer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5113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Vertex Conflict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5021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Two agents occupy the same vertex at the same timestep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988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Edge Conflict (Swap)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9377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Two agents traverse the same edge in opposite directions simultaneously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4864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Following Conflict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92531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Agent i follows agent j along the same edge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7395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Cycle Conflict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9128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A group of agents forms a cycle of dependencies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4615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Swapping Conflict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9004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Two agents exchange positions across consecutive timesteps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90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CBS detects the first conflict found and branches on 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Conflict-Based Search — Two-Level Algorithm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Elad Damti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549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High Level — Constraint Tree (CT)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8831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Binary tree where each node holds a set of constraints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5369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Best-first search: always expand the node with lowest total 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85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Branch when a conflict is found: add constraint to one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6342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Low Level — Time-Space A* (TSA*)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07314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Plan each agent individually, respecting its constraint 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3128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State = (vertex v, timestep 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4022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Heuristic = Manhattan distance (admissible)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26186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Key Insight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6173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CBS avoids joint state space — agents plan independently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14019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Conflicts are resolved lazily: only when they appear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891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Guaranteed to find the optimal solution (complete + optimal)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Low Level: Time-Space A* (TSA*)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Elad Damti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4859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State = (vertex v, timestep t) — time is part of the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345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Successor states: move to adjacent vertex OR wait in 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5831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Constraint Checking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220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Vertex constraint: (agent i, vertex v, time t) → skip state (v,t)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57073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Edge constraint: (agent i, edge v1→v2, time t) → skip transition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1193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Admissible Heuristic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55828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Manhattan distance from v to goal (ignores constraints)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692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Never overestimates → TSA* is optimal for each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65556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09447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Returns the shortest path for one agent that satisfies all its constraints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28231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If no path exists → CT node is pruned (infeasible branch)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CBS Algorithm — Step by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Elad Damti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5367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Step 1: Plan each agent independently → root CT 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853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Step 2: Find the first conflict among all agent paths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339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Step 3: If no conflict → DONE, return optimal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1826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Step 4: Create 2 child CT nodes: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312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C2C2C"/>
                </a:solidFill>
              </a:rPr>
              <a:t>      → Left child: agent i is forbidden from vertex v at time 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067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C2C2C"/>
                </a:solidFill>
              </a:rPr>
              <a:t>      → Right child: agent j is forbidden from vertex v at time 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68223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Step 5: Replan the constrained agent with TSA*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3087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Step 6: Add both children to the open list (by cost)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6286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Step 7: Pop cheapest CT node → go to 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08355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Optimality Guarantee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00799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Best-first search + optimal low level → first complete solution is globally optimal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Our Implementation — Python 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Elad Damti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4859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Module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2481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graph.py — 20×20 grid, 4-connected, obstacle 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734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tsa_star.py — Time-Space A*, vertex + edge constraints  [Nimrod]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220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conflict.py — Vertex &amp; edge conflict detection  [Elad]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4747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cbs.py — Constraint Tree, best-first search  [Elad]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90220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benchmark.py / joint_astar.py — Joint-State-Space A* baseline, instance runner  [Kfir]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31368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Implementation Choices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73862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First conflict found is resolved (not prioritized by type)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3486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Agents stay at goal after arrival (path extended with waits)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51840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Time limit: 30s reproduction, 15s extension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87654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Validation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18845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Tested on hand-verified 3-agent examples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8309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All paths checked to be conflict-free before reporting success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Reproduction Results — Success Rate vs. Agents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Kfir Dahan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ig1_success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91640"/>
            <a:ext cx="941832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CBS vs. Joint-State-Space A* baseline | 25 instances per count | 20×20 open grid | CBS: 30s limit, Joint A*: 5s limit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Reproduction Results — Runtime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Kfir Dahan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ig2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91640"/>
            <a:ext cx="941832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CBS runtime grows with agents but remains tractable | Joint A* baseline fails completely (0% success) from 8 agents onward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Reproduction Results — Constraint Tree Growth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Kfir Dahan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ig3_ct_n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91640"/>
            <a:ext cx="941832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CT nodes expanded grows exponentially with agent count — reflects increasing conflict resolution work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Extension: Map Topology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Kfir Dahan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524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Research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1211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Does map structure affect CBS performance, and why?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607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Two Map Types Compared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8996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Open grid: 20×20, 10% random obstacles (sparse, many paths)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44830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Warehouse grid: structured shelf rows + narrow corridors (bottlenecks)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99694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Experimental 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3585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5 agent counts: 4, 6, 8, 10, 12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98449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25 instances per agent count per map type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53313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15-second time limit per instance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04367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Hypothesis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448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Bottleneck maps force agents onto same paths → more conflicts → deeper CT trees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Extension Results — Open Grid vs. Warehouse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Kfir Dahan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ig4_topology_su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91640"/>
            <a:ext cx="941832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Warehouse maps show significantly lower success rate — confirming bottleneck hypothesis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Key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Kfir Dahan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49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Finding 1: CBS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9781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Finds optimal, conflict-free solutions — Joint A* fails completely (0%) from 8 agents onward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305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100% success rate at 4 agents; drops gracefully with 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4759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Finding 2: Map Topology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1330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Warehouse maps (bottlenecks) are significantly harder for CBS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18414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More conflicts → deeper CT trees → exponentially more 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56768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Practical insight: CBS deployment depends on environment 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0202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Finding 3: Python CBS is Efficient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41553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4-agent problems solved in under 1 millisecond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81177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12-agent warehouse problems solved within 15 seconds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3096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Limitation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748527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Beyond 20 agents, CBS times out → motivates CBS improvements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132067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Conflict prioritization + high-level heuristics extend scalability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Nimrod Netzer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4986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CBS solves MAPF optimally by separating individual planning from conflict resolution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472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Two-level structure avoids exponential joint state space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5958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Low level (TSA*) finds optimal single-agent paths under constraints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1445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High level (CT) resolves conflicts lazily — only when they occur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693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Our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1320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Full Python implementation validated against hand-verified examples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52831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Reproduced the main success rate trend from Sharon et al. 2015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9626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Extension: warehouse maps create 3.7× more CT expansions than open maps (20 agents)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371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45C94"/>
                </a:solidFill>
              </a:rPr>
              <a:t>Future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2160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Test CBS improvements (conflict prioritization, disjoint splitting)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09244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2C2C2C"/>
                </a:solidFill>
              </a:rPr>
              <a:t>• Scale to larger maps using the Moving AI benchmark library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88952" cy="201168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D6E8F7"/>
                </a:solidFill>
              </a:rPr>
              <a:t>Conflict-Based Search for Optimal Multi-Agent Pathfinding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E87A1E"/>
                </a:solidFill>
              </a:rPr>
              <a:t>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375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Nimrod Netzer  •  Elad Damti  •  Kfir Dahan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D6E8F7"/>
                </a:solidFill>
              </a:rPr>
              <a:t>Sharon, Stern, Felner &amp; Sturtevant — Artificial Intelligence, 219, 40–66, 2015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754880"/>
            <a:ext cx="9445752" cy="54864"/>
          </a:xfrm>
          <a:prstGeom prst="rect">
            <a:avLst/>
          </a:prstGeom>
          <a:solidFill>
            <a:srgbClr val="E87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6E8F7"/>
                </a:solidFill>
              </a:rPr>
              <a:t>Bar-Ilan University  |  Search in AI  | 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1400</Words>
  <Application>Microsoft Office PowerPoint</Application>
  <PresentationFormat>מותאם אישית</PresentationFormat>
  <Paragraphs>160</Paragraphs>
  <Slides>16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King Kong</cp:lastModifiedBy>
  <cp:revision>2</cp:revision>
  <dcterms:created xsi:type="dcterms:W3CDTF">2013-01-27T09:14:16Z</dcterms:created>
  <dcterms:modified xsi:type="dcterms:W3CDTF">2026-06-22T11:06:16Z</dcterms:modified>
  <cp:category/>
</cp:coreProperties>
</file>